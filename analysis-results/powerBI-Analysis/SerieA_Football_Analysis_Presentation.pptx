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Serie A Season-wise Football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using Snowflake SQL &amp;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9a1491c-7b9d-454e-9e85-9846f33877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5c8e5a-804f-4b42-9a77-831bcfafab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3dbde0-ccd7-4a6a-863f-5c1c9ec85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bbd916-a10e-435f-9cfc-33f3f70c2d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e34e03b-a2e1-4b65-9927-965fe31655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c63f51e-ab2c-43f4-9baf-ad844d4613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c78f42b-787b-429c-b141-416752dd5f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d17927-58ca-49ba-8f12-ad308c0ba7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7724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